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EE4FC-495D-A8C3-EE97-45C5DA293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F74FE2-5987-BF5E-A09E-98157B88F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4D930C-76DB-F01A-FEF8-BE825E35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C0033-8C29-A98C-058A-265C6955E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A091FA-9A36-B6EF-D0C2-6EA1F29C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80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46270-4E93-1A2C-5D74-1311D70F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F05EAC-4117-9FD9-79E6-6DF819FA6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3B69B-924A-D40C-E795-A2BD9865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E0899A-FEB2-FD7C-E8E8-5C245E715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8939A-1175-B93D-50EF-93D7264D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53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15F37-6627-6371-B9CF-688AF6038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1D90D2-6F96-FA7D-197B-3A7A90B75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164665-EE00-F535-831F-1C40AED4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61D305-9A1F-F8AF-3378-123068DF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282796-1836-90AB-1539-535701F9F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24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14F31-96A9-293E-DB03-2F0D1B15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B7BC5E-E31F-9F49-C8A3-ED0DAB41E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DBB3C0-2B2D-EEEA-D0B2-AA44CCBE1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1C5C04-7D0A-342E-C258-E5FC4187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EFD357-696D-E01E-B110-F1402CFF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097309-BD87-33AB-CFA5-F824E633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6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DA1FD-116C-939A-D523-F769D8976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0379F4-AF27-BACF-3F81-BF3CFC69A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94553D-E59F-BF58-5C61-8B9CDA461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CD2011-DD36-1B80-16AD-2301847B8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26E397-D16E-23C5-AEDD-886DBA57D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8BA7DB-745D-F9DA-5A4F-56987E38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05C4B0-B349-5FB6-D8F1-CB16D626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12D193-6617-C87A-9343-1C209C53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09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25867-B6AE-1F8A-02AD-CA12F8AB1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79856A-2C00-6245-AF7F-1A523124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C79439-0D94-AECC-7611-4FDCBBE6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0EF94A-1379-160C-2BA2-6051886C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5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7C8EF6-A661-EE8D-949F-6C379B369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9A0A91-3F15-5F53-E59E-1BA36CDD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FFDED-3275-ADB7-65C9-936C0E7E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09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7BB98-4BD7-ED46-5E54-9F4466DE9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A62DB-40E3-5BC4-73EA-C8101A2EA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BFD14B-35B9-21C5-1ADE-2A4D3F7CB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225F0A-2D2E-1F40-559D-08054CD4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5495FE-3F76-7601-7058-80A8EE8A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C870B-4B90-C169-1954-05A6CBEE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91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68702-2FEC-3F0E-B724-BD565C99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F77BB0-828E-CFE2-AB78-7EBDFFC98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49996B-D428-138D-227C-D36B7F42B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BB3E5D-221C-B9E0-6139-0F18EF59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7BAAD2-A995-0E3F-8C79-23B18723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D6534E-0448-E10C-C0F1-1A6EB8C0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79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A939EC-EC8C-40A8-0D6A-457AD24C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AD63B9-95D2-DEF4-1D00-A7794957E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FB4B69-BA65-AF43-9494-58668590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F2ADE8-7B4E-A8C1-FE61-84DFF1DB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EEC88-92AB-D7AE-33E1-25D58000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006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B2A983-C706-3FC1-C981-DB18CC31C9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3357A7-2FEC-C6D6-49E1-EAB562D16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C609B-DF1A-BA73-7EA4-673FB48C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4AA048-F04C-4E83-9ADF-9648ADC19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8A11EA-E616-8489-F400-65D28847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3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0B7654-B94E-1A88-0CD4-25E6AF217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93D4BA-2621-8D6C-9FCE-1D3140265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5A9421-9B12-B8F8-3807-9C4913B93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4794E-4A2E-425C-A1CF-0F1BE4ECE22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742536-36A7-AC5F-9C7E-3F8342B17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2F9531-ECBB-A637-1D44-75EAB4454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2BF4-4AEC-4815-9D44-C78E67F16D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44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12E488E-5F50-1278-F351-9723DABF8F4E}"/>
              </a:ext>
            </a:extLst>
          </p:cNvPr>
          <p:cNvSpPr/>
          <p:nvPr/>
        </p:nvSpPr>
        <p:spPr>
          <a:xfrm>
            <a:off x="4285610" y="1069866"/>
            <a:ext cx="3438717" cy="3252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LSCD per tissue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6757FED-6C2E-A1FB-E3DD-44C217464210}"/>
              </a:ext>
            </a:extLst>
          </p:cNvPr>
          <p:cNvSpPr/>
          <p:nvPr/>
        </p:nvSpPr>
        <p:spPr>
          <a:xfrm>
            <a:off x="3017315" y="1720892"/>
            <a:ext cx="1859483" cy="85405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A: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Probabilistic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(LogNormal </a:t>
            </a:r>
            <a:r>
              <a:rPr lang="en-US" altLang="zh-CN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p,r,C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DD64BE-203E-E5EA-BFDE-DFD1AF4F68CE}"/>
              </a:ext>
            </a:extLst>
          </p:cNvPr>
          <p:cNvSpPr txBox="1"/>
          <p:nvPr/>
        </p:nvSpPr>
        <p:spPr>
          <a:xfrm>
            <a:off x="624940" y="364517"/>
            <a:ext cx="10755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Comparative Framework for Age-Dependent Cancer Risk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0BD411A-9B94-BC6E-F37B-22DABB85D222}"/>
              </a:ext>
            </a:extLst>
          </p:cNvPr>
          <p:cNvSpPr/>
          <p:nvPr/>
        </p:nvSpPr>
        <p:spPr>
          <a:xfrm>
            <a:off x="5235297" y="1720892"/>
            <a:ext cx="1539342" cy="85405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B: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Deterministic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(rate/hazard)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7601D13-137C-E1BB-DFC6-32554C43FDFC}"/>
              </a:ext>
            </a:extLst>
          </p:cNvPr>
          <p:cNvSpPr/>
          <p:nvPr/>
        </p:nvSpPr>
        <p:spPr>
          <a:xfrm>
            <a:off x="7137229" y="1730226"/>
            <a:ext cx="1808341" cy="85405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C: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Empirical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(Cox/Regression)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635C14A-417D-A832-B145-48CAC73B7135}"/>
              </a:ext>
            </a:extLst>
          </p:cNvPr>
          <p:cNvSpPr/>
          <p:nvPr/>
        </p:nvSpPr>
        <p:spPr>
          <a:xfrm>
            <a:off x="4918735" y="2860059"/>
            <a:ext cx="2172466" cy="56894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Comparison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 Calibration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B2E41DC-1428-3277-12F2-286660C086ED}"/>
              </a:ext>
            </a:extLst>
          </p:cNvPr>
          <p:cNvSpPr/>
          <p:nvPr/>
        </p:nvSpPr>
        <p:spPr>
          <a:xfrm>
            <a:off x="2762632" y="3752339"/>
            <a:ext cx="1950516" cy="2669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SEER incidence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41C174A-BBDB-6CD1-0176-5F44FC2BBE74}"/>
              </a:ext>
            </a:extLst>
          </p:cNvPr>
          <p:cNvSpPr/>
          <p:nvPr/>
        </p:nvSpPr>
        <p:spPr>
          <a:xfrm>
            <a:off x="4819009" y="3752339"/>
            <a:ext cx="2367826" cy="2669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TCGA burden/drivers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AA6CB2A-6069-ECEB-DB64-F031554BF20C}"/>
              </a:ext>
            </a:extLst>
          </p:cNvPr>
          <p:cNvSpPr/>
          <p:nvPr/>
        </p:nvSpPr>
        <p:spPr>
          <a:xfrm>
            <a:off x="7292696" y="3752339"/>
            <a:ext cx="1949494" cy="2669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1000G + Kaggle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AAB3AA0-A491-5E26-F515-79008CB44131}"/>
              </a:ext>
            </a:extLst>
          </p:cNvPr>
          <p:cNvSpPr/>
          <p:nvPr/>
        </p:nvSpPr>
        <p:spPr>
          <a:xfrm>
            <a:off x="4720305" y="4321280"/>
            <a:ext cx="2572391" cy="85405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Outputs: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Age-repair surface,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Brier/</a:t>
            </a:r>
            <a:r>
              <a:rPr lang="en-US" altLang="zh-CN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ext.validation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A5319D1-2A9B-4205-E7A1-284F707E3CC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947057" y="1395123"/>
            <a:ext cx="2057912" cy="32576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5DFB7F3-F17B-3B18-D59D-E7E4509B3E62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6004968" y="1395123"/>
            <a:ext cx="1" cy="32576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A16C616-3B2A-69EE-DFB0-AA4E6D576D7E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6004969" y="1395123"/>
            <a:ext cx="2036431" cy="33510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383F464-9D01-2615-20FE-C17C4F01817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3947057" y="2574946"/>
            <a:ext cx="2057911" cy="28511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43E70E1-4614-F88D-7196-7CC721405BC3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6004968" y="2574946"/>
            <a:ext cx="0" cy="28511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E454B4D-6FD9-58DF-125E-A7EF044687F7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6004968" y="2584280"/>
            <a:ext cx="2036432" cy="27577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3434B10-3984-26E5-ED3F-C3DD237CF1B5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 flipH="1">
            <a:off x="3737890" y="3429000"/>
            <a:ext cx="2267078" cy="32333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3FD57B4-7E4B-6DF9-1C38-93641CB37A1E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flipH="1">
            <a:off x="6002922" y="3429000"/>
            <a:ext cx="2046" cy="32333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B790CCC-9F1E-FB43-B222-68433565B3E9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>
            <a:off x="6004968" y="3429000"/>
            <a:ext cx="2262475" cy="32333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DCCD42F-08C4-707F-77DA-49121A6E6627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>
            <a:off x="3737890" y="4019295"/>
            <a:ext cx="2268611" cy="30198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111A95B-3090-2F8A-91BB-CCDA8EF1DCA7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>
            <a:off x="6002922" y="4019295"/>
            <a:ext cx="3579" cy="30198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29E6FCA-BFB9-518F-14E1-11F1103A793F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6006501" y="4019295"/>
            <a:ext cx="2260942" cy="30198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241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66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Zorina</dc:creator>
  <cp:lastModifiedBy>Yu Zorina</cp:lastModifiedBy>
  <cp:revision>16</cp:revision>
  <dcterms:created xsi:type="dcterms:W3CDTF">2025-11-13T01:35:45Z</dcterms:created>
  <dcterms:modified xsi:type="dcterms:W3CDTF">2025-11-13T01:49:25Z</dcterms:modified>
</cp:coreProperties>
</file>